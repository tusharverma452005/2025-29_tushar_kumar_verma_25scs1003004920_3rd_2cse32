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1828800" y="4937760"/>
            <a:ext cx="16459200" cy="365760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Shape 1"/>
          <p:cNvSpPr/>
          <p:nvPr/>
        </p:nvSpPr>
        <p:spPr>
          <a:xfrm rot="-240000">
            <a:off x="-1828800" y="5989320"/>
            <a:ext cx="16459200" cy="1828800"/>
          </a:xfrm>
          <a:prstGeom prst="rect">
            <a:avLst/>
          </a:prstGeom>
          <a:solidFill>
            <a:srgbClr val="A11D33"/>
          </a:solidFill>
          <a:ln/>
        </p:spPr>
      </p:sp>
      <p:pic>
        <p:nvPicPr>
          <p:cNvPr id="4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828800" y="1024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0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542032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 Internship at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Myra's Global Tech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658368" y="3977640"/>
            <a:ext cx="2926080" cy="0"/>
          </a:xfrm>
          <a:prstGeom prst="line">
            <a:avLst/>
          </a:prstGeom>
          <a:noFill/>
          <a:ln w="31750">
            <a:solidFill>
              <a:srgbClr val="A11D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F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45079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Kumar Verma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4965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F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522122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25SCS1003004920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2648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F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26480" y="45079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3rd Semester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26480" y="4965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F9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26480" y="522122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Myra's Global Tech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Myra's Global Tech — Innovating the Future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023360" cy="448056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2148840"/>
            <a:ext cx="822960" cy="822960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34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Myra's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Tech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Patna, Bihar, India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88720" y="4251960"/>
            <a:ext cx="2560320" cy="0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434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www.myraglobaltech.com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hr@myraglobaltech.com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</a:t>
            </a:r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Manish Jha
</a:t>
            </a:r>
            <a:pPr algn="ctr"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Co-Founder: </a:t>
            </a:r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Sudha Devraj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1874520"/>
            <a:ext cx="457200" cy="457200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764792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 company focused on web development, digital solutions, and building practical, industry-ready skills in aspiring developers.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92040" y="3291840"/>
            <a:ext cx="457200" cy="457200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3182112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hands-on internship programs covering front-end and back-end development, website design, and real client project delivery.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892040" y="4709160"/>
            <a:ext cx="457200" cy="457200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4599432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clients across sectors — including educational institutions — to design and deploy functional, responsive websites.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Tushar Kumar Verma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the internship engagement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73736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2606040" cy="109728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173736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691640"/>
            <a:ext cx="2606040" cy="109728"/>
          </a:xfrm>
          <a:prstGeom prst="rect">
            <a:avLst/>
          </a:prstGeom>
          <a:solidFill>
            <a:srgbClr val="A11D3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8424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313432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Month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(02 Jul – 02 Aug 2026)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2606040" cy="173736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91640"/>
            <a:ext cx="2606040" cy="109728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8424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313432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MGT-WD-2026-03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52560" y="1691640"/>
            <a:ext cx="2606040" cy="173736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691640"/>
            <a:ext cx="2606040" cy="109728"/>
          </a:xfrm>
          <a:prstGeom prst="rect">
            <a:avLst/>
          </a:prstGeom>
          <a:solidFill>
            <a:srgbClr val="A11D33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198424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35440" y="2313432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Client Projects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1064240" cy="233172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Involved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434840"/>
            <a:ext cx="10332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one-month Web Developer internship at Myra's Global Tech, gaining practical, project-based exposure to website design and development, front-end and back-end technologies, responsive web design, debugging, and end-to-end application development — successfully delivering all assigned tasks and client projects.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Tushar Kumar Verma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aimed to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63040" y="1856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Web Development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25856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classroom concepts of web technologies to real, live client projects.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47672"/>
            <a:ext cx="502920" cy="502920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178040" y="18562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&amp; Back-End Exposure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225856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across both client-facing and server-side development.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93592"/>
            <a:ext cx="502920" cy="502920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463040" y="35021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 Skills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90448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build websites that work seamlessly across devices and screen sizes.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33756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593592"/>
            <a:ext cx="502920" cy="502920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7178040" y="35021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 Problem-Solving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78040" y="390448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ability to identify, troubleshoot, and fix real-world code issues.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239512"/>
            <a:ext cx="502920" cy="502920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1463040" y="51480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Project Delivery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555040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full cycle of taking a client brief to a completed, working website.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498348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5239512"/>
            <a:ext cx="502920" cy="502920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7178040" y="51480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Work Exposure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78040" y="5550408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workplace skills — communication, deadlines, and quality delivery.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Tushar Kumar Verma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Done During the Internship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complete school websites for real clients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00800" cy="443484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450592"/>
            <a:ext cx="128016" cy="128016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86000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developed multiple school websites from scratch as live client projects, handling both front-end and back-end.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163824"/>
            <a:ext cx="128016" cy="128016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999232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responsive layouts ensuring the websites worked smoothly across desktop, tablet, and mobile devices.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877056"/>
            <a:ext cx="128016" cy="128016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12464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core school-website features such as informational pages, galleries, contact/enquiry sections, and navigation structures.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590288"/>
            <a:ext cx="128016" cy="128016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425696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testing and debugging to identify and fix functional and layout issues before final delivery.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303520"/>
            <a:ext cx="128016" cy="128016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138928"/>
            <a:ext cx="5532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project requirements and revisions directly based on client (school) needs, taking ownership from planning to deployment.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78040" y="1691640"/>
            <a:ext cx="4434840" cy="443484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22860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4523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Websites Delivered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52360" y="3520440"/>
            <a:ext cx="3886200" cy="0"/>
          </a:xfrm>
          <a:prstGeom prst="line">
            <a:avLst/>
          </a:prstGeom>
          <a:noFill/>
          <a:ln w="12700">
            <a:solidFill>
              <a:srgbClr val="3B44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703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VALUE RANGE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2360" y="40233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B7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₹25,000 – ₹80,000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452360" y="4572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project, varying by scope and features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52360" y="5257800"/>
            <a:ext cx="3886200" cy="0"/>
          </a:xfrm>
          <a:prstGeom prst="line">
            <a:avLst/>
          </a:prstGeom>
          <a:noFill/>
          <a:ln w="12700">
            <a:solidFill>
              <a:srgbClr val="3B44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5440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 engagement — from requirement gathering to final, working delivery.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Tushar Kumar Verma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Skills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concepts applied on real projects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429768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3520440" cy="68580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18872" cy="118872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603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118872" cy="118872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290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18872" cy="118872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976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349240"/>
            <a:ext cx="118872" cy="118872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1663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1737360"/>
            <a:ext cx="3520440" cy="429768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737360"/>
            <a:ext cx="3520440" cy="685800"/>
          </a:xfrm>
          <a:prstGeom prst="rect">
            <a:avLst/>
          </a:prstGeom>
          <a:solidFill>
            <a:srgbClr val="A11D33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7373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17720" y="2743200"/>
            <a:ext cx="118872" cy="118872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5603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Logic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617720" y="3611880"/>
            <a:ext cx="118872" cy="118872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4290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617720" y="4480560"/>
            <a:ext cx="118872" cy="118872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42976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138160" y="1737360"/>
            <a:ext cx="3520440" cy="429768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1737360"/>
            <a:ext cx="3520440" cy="68580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17373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412480" y="2743200"/>
            <a:ext cx="118872" cy="118872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0" y="256032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Testing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412480" y="3611880"/>
            <a:ext cx="118872" cy="118872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34290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QA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4480560"/>
            <a:ext cx="118872" cy="118872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42976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Requirement Analysis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Tushar Kumar Verma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How They Were Solved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real project obstacles into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078992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09728" cy="1078992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47088"/>
            <a:ext cx="3749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layouts fully responsive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800600" y="1874520"/>
            <a:ext cx="0" cy="804672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847088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adjusted designs across screen sizes using responsive CSS techniques until the layout held up on every device.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53512"/>
            <a:ext cx="11064240" cy="1078992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53512"/>
            <a:ext cx="109728" cy="1078992"/>
          </a:xfrm>
          <a:prstGeom prst="rect">
            <a:avLst/>
          </a:prstGeom>
          <a:solidFill>
            <a:srgbClr val="A11D3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63240"/>
            <a:ext cx="3749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and fixing functional bugs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00600" y="3090672"/>
            <a:ext cx="0" cy="804672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063240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a structured debugging approach — isolating issues, testing fixes, and verifying behaviour before final delivery.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9664"/>
            <a:ext cx="11064240" cy="1078992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69664"/>
            <a:ext cx="109728" cy="1078992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79392"/>
            <a:ext cx="3749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varied client requirements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00600" y="4306824"/>
            <a:ext cx="0" cy="804672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4279392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Communicated closely with client needs, translating requests from different schools into consistent, working features.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85816"/>
            <a:ext cx="11064240" cy="1078992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385816"/>
            <a:ext cx="109728" cy="1078992"/>
          </a:xfrm>
          <a:prstGeom prst="rect">
            <a:avLst/>
          </a:prstGeom>
          <a:solidFill>
            <a:srgbClr val="A11D3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495544"/>
            <a:ext cx="3749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multiple live projects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800600" y="5522976"/>
            <a:ext cx="0" cy="804672"/>
          </a:xfrm>
          <a:prstGeom prst="line">
            <a:avLst/>
          </a:prstGeom>
          <a:noFill/>
          <a:ln w="12700">
            <a:solidFill>
              <a:srgbClr val="E4E2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5495544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tasks and managed time across concurrent website projects to meet delivery expectations.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Tushar Kumar Verma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 &amp; Key Learnings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added to my capabilities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practical command of front-end and back-end web development.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223760" y="178308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design and build fully responsive, multi-device-ready websites.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508760" y="347472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debugging discipline and structured problem-solving under real constraints.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347472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3931920"/>
            <a:ext cx="502920" cy="502920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7223760" y="347472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First-hand experience delivering complete projects to paying clients, end to end.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623560"/>
            <a:ext cx="502920" cy="502920"/>
          </a:xfrm>
          <a:prstGeom prst="ellipse">
            <a:avLst/>
          </a:prstGeom>
          <a:solidFill>
            <a:srgbClr val="A11D3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1508760" y="516636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time management while handling multiple live projects simultaneously.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5166360"/>
            <a:ext cx="5349240" cy="1417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4E2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5623560"/>
            <a:ext cx="502920" cy="502920"/>
          </a:xfrm>
          <a:prstGeom prst="ellipse">
            <a:avLst/>
          </a:prstGeom>
          <a:solidFill>
            <a:srgbClr val="1E2A54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7223760" y="516636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confidence in translating client requirements into functional software.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Tushar Kumar Verma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">
            <a:off x="-1828800" y="-1371600"/>
            <a:ext cx="16459200" cy="292608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2194560" cy="0"/>
          </a:xfrm>
          <a:prstGeom prst="line">
            <a:avLst/>
          </a:prstGeom>
          <a:noFill/>
          <a:ln w="31750">
            <a:solidFill>
              <a:srgbClr val="A11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one-month Web Developer internship at Myra's Global Tech was a valuable, hands-on extension of my academic learning. Working on multiple live school-website projects — end to end, from client requirements to a working, responsive product — strengthened my front-end and back-end skills, sharpened my debugging ability, and gave me genuine confidence in delivering real, client-ready software.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3474720" cy="1828800"/>
          </a:xfrm>
          <a:prstGeom prst="rect">
            <a:avLst/>
          </a:prstGeom>
          <a:solidFill>
            <a:srgbClr val="1B265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749040"/>
            <a:ext cx="3474720" cy="91440"/>
          </a:xfrm>
          <a:prstGeom prst="rect">
            <a:avLst/>
          </a:prstGeom>
          <a:solidFill>
            <a:srgbClr val="3B447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Growth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from theory to real, deployed client work.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749040"/>
            <a:ext cx="3474720" cy="1828800"/>
          </a:xfrm>
          <a:prstGeom prst="rect">
            <a:avLst/>
          </a:prstGeom>
          <a:solidFill>
            <a:srgbClr val="1B2650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3749040"/>
            <a:ext cx="3474720" cy="91440"/>
          </a:xfrm>
          <a:prstGeom prst="rect">
            <a:avLst/>
          </a:prstGeom>
          <a:solidFill>
            <a:srgbClr val="A11D3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Readiness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43891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workplace habits: ownership, deadlines, communication.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3749040"/>
            <a:ext cx="3474720" cy="1828800"/>
          </a:xfrm>
          <a:prstGeom prst="rect">
            <a:avLst/>
          </a:prstGeom>
          <a:solidFill>
            <a:srgbClr val="1B265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3749040"/>
            <a:ext cx="3474720" cy="91440"/>
          </a:xfrm>
          <a:prstGeom prst="rect">
            <a:avLst/>
          </a:prstGeom>
          <a:solidFill>
            <a:srgbClr val="3B4470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Direction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43891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Reinforced interest in pursuing web development further.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•  Tushar Kumar Verma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Certificate — Myra's Global Tech</a:t>
            </a:r>
            <a:endParaRPr lang="en-US" sz="1300" dirty="0"/>
          </a:p>
        </p:txBody>
      </p:sp>
      <p:pic>
        <p:nvPicPr>
          <p:cNvPr id="5" name="Image 0" descr="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91640"/>
            <a:ext cx="8869680" cy="44242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Kumar Verma  |  25SCS1003004920  |  B.Tech CSE, 3rd Semester  |  IILM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2026-08-30T13:03:25Z</dcterms:created>
  <dcterms:modified xsi:type="dcterms:W3CDTF">2026-08-30T13:03:25Z</dcterms:modified>
</cp:coreProperties>
</file>